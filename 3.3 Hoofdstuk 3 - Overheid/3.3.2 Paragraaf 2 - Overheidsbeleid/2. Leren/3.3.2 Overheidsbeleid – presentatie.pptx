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3.3.2 over overheidsbeleid. Vandaag behandelen we de concrete instrumenten waarmee de overheid ingrijpt: minimumprijs, maximumprijs, accijns en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leerdoelen voor deze les. We behandelen vier instrumenten: minimumprijs, maximumprijs, accijns en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overheid grijpt in om marktfalen te corrigeren, consumenten te beschermen, of specifieke doelen te bereiken.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Bindende minimumprijs: de overheid stelt een prijs BOVEN de evenwichtsprijs. Gevolg: aanbodoverschot.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Bindende maximumprijs: de overheid stelt een prijs ONDER de evenwichtsprijs. Gevolg: vraagoverschot.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prijsmaatregel werkt alleen als hij BINDEND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Minimumloon: een minimumprijs voor arbeid. Boven evenwichtsloon ontstaat werkloosheid.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Accijns: een belasting per eenheid product. De aanbodlijn verschuift omhoog. De last wordt gedeeld tussen koper en verkoper.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Subsidie: het tegenovergestelde van accijns. CS en PS stijgen beide. Maar de overheid betaalt: subsidie maal hoeveelheid.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minimumprijs (overschot), maximumprijs (tekort), accijns (prijs omhoog), subsidie (prijs omlaag).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Overheidsbeleid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Begrijpen waarom de overheid ingrijpt in markten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en maximumprijs analyseren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op de arbeidsmarkt toepassen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accijns uitleggen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subsidie op surplus analyseren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grijpt de overheid in?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146304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554480" y="146304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 → te hoge prijzen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07568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554480" y="207568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Negatieve externe effecten → milieuschade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371600" y="268833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54480" y="268833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Ongelijke verdeling → oneerlijk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371600" y="3300984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554480" y="330098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gebruikt beleidsinstrumenten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minimumprijs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&gt;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stelt een prijs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BOVEN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evenwichtsprijs.
Gevolgen: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 &gt; Vraag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Aanbodoverschot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Producentensurplus stijgt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 daalt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melkprijs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boeren door een minimumprijs voor melk in te stellen.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boeren produceren meer dan consumenten kopen → overschot.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koopt het overschot op (garantieprijs).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maximumprijs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&lt;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stelt een prijs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evenwichtsprijs.
Gevolgen: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 &gt; Aanbod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Vraagoverschot (tekort)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 betalen minder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iedereen krijgt het product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huurplafond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huurders door een maximumprijs voor huur in te stellen.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vraag naar woningen dan aanbod → woningtekort.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wachtlijsten en zwarte markt.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werkt een prijsmaatregel?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boven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&gt; P*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mag niet onder Pmin
Aanbod &gt; Vraag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Aanbodoverschot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onder P*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&lt; P*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kan hoger uitkomen
Evenwicht P* is toegestaan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Geen effect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Alleen bindend als de maatregel het evenwicht blokkeert.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op de arbeidsmarkt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het minimumloon boven het evenwichtsloon ligt → werkloosheid (aanbod &gt; vraag)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1828800"/>
          </a:xfrm>
          <a:prstGeom prst="rect">
            <a:avLst>
              <a:gd name="adj" fmla="val 2500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0574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Voordeel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die werk hebben, verdienen meer.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920240"/>
            <a:ext cx="3931920" cy="1828800"/>
          </a:xfrm>
          <a:prstGeom prst="rect">
            <a:avLst>
              <a:gd name="adj" fmla="val 2500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20574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Nadeel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werkloosheid: aanbod arbeid &gt; vraag arbeid.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een accijns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10058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stelt een accijns 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6276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Aanbodlijn verschuift omhoog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249424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2920" y="22494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evenwichtsprijs stijgt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706624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871216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287121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 kopen minder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328416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493008"/>
            <a:ext cx="384048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4930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consumptie van het product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3931920" cy="2286000"/>
          </a:xfrm>
          <a:prstGeom prst="rect">
            <a:avLst>
              <a:gd name="adj" fmla="val 2000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54864" cy="22860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37760" y="1554480"/>
            <a:ext cx="3611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stijgt minder dan de accijns.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last wordt gedeeld tussen koper en verkoper.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een subsidie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werkt een subsidie?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= het tegenovergestelde van accijns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aanbodlijn verschuift naar beneden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daalt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hoeveelheid stijgt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betaalt het verschil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Surpluseffecten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stijgt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Consumenten betalen minder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stijgt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Producenten ontvangen meer per eenheid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Overheidsuitgaven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Kosten: subsidie × hoeveelheid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boven P* → aanbodoverschot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onder P* → vraagoverschot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Accijns → aanbod verschuift omhoog, prijs stijgt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→ aanbod verschuift omlaag, prijs daalt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2026-03-23T19:02:06Z</dcterms:created>
  <dcterms:modified xsi:type="dcterms:W3CDTF">2026-03-23T19:02:06Z</dcterms:modified>
</cp:coreProperties>
</file>