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3.3.1 over de rol van de overheid. Waarom grijpt de overheid in op markten? We behandelen marktfalen, externe effecten en de instrumenten die de overheid heeft.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zijn de vijf leerdoelen voor deze les. We beginnen bij marktfalen en werken toe naar de instrumenten van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Marktfalen: situaties waarin de vrije markt niet tot een efficiënt resultaat leidt. Drie vormen: marktmacht, externe effecten, en collectieve goederen.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Natuurlijk monopolie: als één aanbieder goedkoper kan produceren dan meerdere. De overheid reguleert om misbruik te voorkomen.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Negatieve externe effecten: kosten die niet in de prijs zitten. Voorbeeld: vervuiling door vliegverkeer.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Positieve externe effecten: baten die niet in de prijs zitten. Voorbeeld: vaccinatie. De markt produceert te weinig van dit goed.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Internaliseren: externe effecten in de prijs verwerken. Negatief: belasting. Positief: subsidie.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instrumenten: mededingingsbeleid, belastingen, subsidies, en prijsbeleid.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fouten. Bespreek klassikaal.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de overheid grijpt in bij marktfalen. Ken elk instrument en weet wanneer het wordt ingezet.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rol van de overheid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wanneer er sprake is van marktfalen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Herkennen van een natuurlijk monopolie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wat negatieve externe effecten zijn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wat positieve externe effecten zijn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Beschrijven hoe de overheid kan ingrijpen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marktfalen?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zorgt niet altijd voor het beste resultaat. Drie vormen: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weinig concurrentie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(monopolie)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Kosten/baten buiten de markt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(externe effecten)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Goederen die de markt niet levert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(collectieve goederen)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van de overheid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grijpt in als de markt faalt: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Mededingingsbeleid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monopolie aanpakken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Belastingen / subsidies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externe effecten corrigeren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Prijsbeleid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prijzen sturen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aanbieder heeft lagere kosten → de markt wordt ‘natuurlijk’ door één bedrijf bediend.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60320" cy="2377440"/>
          </a:xfrm>
          <a:prstGeom prst="rect">
            <a:avLst>
              <a:gd name="adj" fmla="val 192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" cy="23774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Waterleidingnet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net is goedkoper dan twee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60320" cy="2377440"/>
          </a:xfrm>
          <a:prstGeom prst="rect">
            <a:avLst>
              <a:gd name="adj" fmla="val 192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463040"/>
            <a:ext cx="54864" cy="23774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6002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Spoorwegen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Dubbele rails zijn onnodig duur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2377440"/>
          </a:xfrm>
          <a:prstGeom prst="rect">
            <a:avLst>
              <a:gd name="adj" fmla="val 192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463040"/>
            <a:ext cx="54864" cy="23774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6002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Elektriciteitsnet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09360" y="2011680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 op het netwerk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Negatieve externe effecten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1097280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 produceert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5544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755648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7556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Vervuiling ontstaat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414016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24140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Derden lijden schade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8712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072384"/>
            <a:ext cx="3474720" cy="457200"/>
          </a:xfrm>
          <a:prstGeom prst="rect">
            <a:avLst>
              <a:gd name="adj" fmla="val 10000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07238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niet in de prijs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Vliegverkeer veroorzaakt luchtvervuiling — de kosten betaalt de maatschappij, niet de reiziger.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prijs is te laag → te veel productie → welvaartsverlies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Positieve externe effecten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1097280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Iemand koopt vaccinatie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5544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755648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7556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besmetting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414016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24140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Derden profiteren mee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8712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072384"/>
            <a:ext cx="3474720" cy="457200"/>
          </a:xfrm>
          <a:prstGeom prst="rect">
            <a:avLst>
              <a:gd name="adj" fmla="val 10000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07238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Baten niet in de prijs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Vaccinatie beschermt niet alleen jezelf maar ook mensen om je heen.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prijs is te hoog → te weinig consumptie → welvaartsverlies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Internaliseren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9728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Negatief extern effect: vervuiling is gratis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70992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170992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Overheid heft belasting (bijv. vliegtaks)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32257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232257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Prijs stijgt → externe kosten zitten nu in de prijs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935224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293522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Consumptie daalt → minder vervuiling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3547872"/>
            <a:ext cx="64008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54480" y="3547872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Extern effect is geïnternaliseerd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71600" y="4297680"/>
            <a:ext cx="6400800" cy="457200"/>
          </a:xfrm>
          <a:prstGeom prst="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14" name="Shape 12"/>
          <p:cNvSpPr/>
          <p:nvPr/>
        </p:nvSpPr>
        <p:spPr>
          <a:xfrm>
            <a:off x="1371600" y="429768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42976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Internaliseren = externe kosten of baten in de prijs verwerken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Instrumenten van de overheid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Mededingingsbeleid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Monopolies aanpakken, boetes bij machtsmisbruik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Belastingen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Negatieve externe effecten internaliseren (bijv. vliegtaks)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718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Positieve externe effecten stimuleren (bijv. vaccinatie)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8346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9718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Prijsbeleid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Minimum-/maximumprijzen of vaste prijzen instellen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"Alle monopolies zijn slecht"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een natuurlijk monopolie is efficiënter dan meerdere aanbieders. De overheid reguleert, maar heft het monopolie niet op.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03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176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"Externe effecten zijn altijd negatief"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487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er bestaan ook positieve externe effecten (onderwijs, vaccinatie). Die leiden juist tot te weinig productie.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46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246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319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"Internaliseren = verbieden"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630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internaliseren = de kosten/baten in de prijs verwerken via belasting of subsidie. Het product wordt niet verboden.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 = de markt levert geen optimaal resultaat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monopolie: dalende GTK → één aanbieder efficiënter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Negatief extern effect: kosten buiten de prijs → te veel productie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Positief extern effect: baten buiten de prijs → te weinig consumptie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 corrigeert via belasting, subsidie, regulering of prijsbeleid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2026-03-23T19:02:02Z</dcterms:created>
  <dcterms:modified xsi:type="dcterms:W3CDTF">2026-03-23T19:02:02Z</dcterms:modified>
</cp:coreProperties>
</file>