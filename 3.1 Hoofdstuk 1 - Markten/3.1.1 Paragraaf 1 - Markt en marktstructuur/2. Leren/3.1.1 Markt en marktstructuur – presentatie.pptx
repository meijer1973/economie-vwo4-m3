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1 over markt en marktstructuur. Vandaag leren we de basisconcepten die nodig zijn om markten te begrijpen.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zijn de vier dingen die je na deze les moet kunnen. We werken ze één voor één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beginnen met het verschil tussen concrete en abstracte markten. Een concrete markt is een fysieke plek waar kopers en verkopers samenkomen. Bij een abstracte markt is er geen vaste plek - handel gaat via communicatie.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 kijken we naar het product. Bij homogene producten ziet de consument geen verschil - alleen prijs telt. Bij heterogene producten zijn er merkvoorkeuren. Let op: het gaat om perceptie, niet om objectieve verschillen.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hoogte van toetredingsdrempels bepaalt hoeveel bedrijven er op een markt zijn. Hoge drempels leiden tot weinig aanbieders en hogere prijzen. Dit is de kern van het hele verhaal.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netwerksectoren zijn de drempels zo hoog dat zelfs grote bedrijven niet kunnen toetreden. De overheid staat voor een dilemma: verkopen geeft marktwerking maar monopolie-risico, behouden geeft eerlijke prijzen maar vraagt overheidstoezicht.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zijn drie veelgemaakte fouten. Bespreek ze klassikaal: homogeen gaat over perceptie, abstracte markten bestaan echt, en lage drempels leiden juist tot meer concurrentie.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deze punten na voordat de leerlingen gaan oefenen. Controleer of ze de redeneerketen kunnen toepassen.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en marktstructuur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1: Markten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en abstracte markten onderscheiden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Homogene en heterogene producten herkennen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Toetredingsdrempels analyseren en voorbeelden noemen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redeneerketen van drempels naar prijs toepassen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Concreet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Fysieke ontmoetingsplek, vragers en aanbieders op één locatie.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vismarkt, veiling, straatmarkt.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fysieke plek, kopers en verkopers via communicatie.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huizenmarkt, wereldgraanmarkt, oliemarkt.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homogeen of heterogeen?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Homogeen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 ziet geen verschil tussen aanbieders. Alleen prijs telt.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stroom, benzine, prei.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 ziet wel verschil. Merk, kwaliteit, sfeer spelen mee.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smartphones, auto’s, cafés.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gaat om de perceptie van de consument, niet om objectieve verschillen.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Toetredingsdrempels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Startkapitaal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gasnetwerk: miljarden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Naamsbekendheid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Coca-Cola sinds 1886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Vergunningen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elektriciteitscentrale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Specifiek netwerk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telecom: kabels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9144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Redeneerketen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983480" y="1463040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83480" y="14630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 drempels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83480" y="19202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83480" y="2121408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83480" y="21214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Weinig aanbieders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25786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83480" y="2779776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83480" y="277977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concurrentie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83480" y="323697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83480" y="3438144"/>
            <a:ext cx="3474720" cy="457200"/>
          </a:xfrm>
          <a:prstGeom prst="rect">
            <a:avLst>
              <a:gd name="adj" fmla="val 10000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83480" y="34381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prijzen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Netwerksectoren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Verkopen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werkt, overheid niet belast.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Maar: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 kan hoge prijzen vragen.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Behouden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Eerlijke prijzen, iedereen toegang.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Maar: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 moet onderhouden en toezicht houden.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Voorbeelden: </a:t>
            </a:r>
            <a:pPr algn="l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elektriciteitsnet, gasnet, waterleidingen, spoorwegen.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60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"Homogeen = identiek product"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gaat om consumentenperceptie. Taxi’s kunnen identiek zijn maar toch heterogeen in de ogen van de consument.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103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" y="2176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"Abstracte markt = markt bestaat niet"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487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abstracte markten zijn heel reëel (huizenmarkt).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46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3246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" y="3319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"Lage drempels = geen concurrentie"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630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lage drempels leiden juist tot meer concurrentie.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vs abstracte markten onderscheiden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Homogeen vs heterogeen: consumentenperceptie telt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Toetredingsdrempels herkennen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Redeneerketen: drempels → aanbieders → concurrentie → prijs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overheid bij netwerksectoren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2026-03-23T08:51:43Z</dcterms:created>
  <dcterms:modified xsi:type="dcterms:W3CDTF">2026-03-23T08:51:43Z</dcterms:modified>
</cp:coreProperties>
</file>