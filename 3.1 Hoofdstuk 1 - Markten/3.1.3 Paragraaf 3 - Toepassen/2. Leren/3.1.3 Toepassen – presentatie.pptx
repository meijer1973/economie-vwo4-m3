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Toepassingsles hoofdstuk 1: marktvormen herkennen en prijselasticiteit in de landbouw. Dit is een samenvattende paragraaf die eerder behandelde stof combineert met nieuw materiaal.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Combinatie van 3.1.1 (marktstructuur) en 3.1.2 (marktvormen) plus nieuw begrip: prijselasticiteit. Focus op herkenning en toepassing.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Stappenplan marktvorm: 1) Hoeveel aanbieders? 2) Homogeen of heterogeen? 3) Toetredingsdrempels? 4) Combineer. Oefen dit met concrete casussen uit het dagelijks leven.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Prijselasticiteit: hoe sterk reageert de hoeveelheid op een prijsverandering? Elastisch = sterke reactie (vlakke lijn), inelastisch = zwakke reactie (steile lijn). Belangrijk nieuw begrip dat eerder nog niet aan bod kwam.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Landbouw: aanbod is inelastisch. Je kunt niet snel meer oogsten als de prijs stijgt. Productie hangt af van seizoen en weer. De aanbodcurve is daarom bijna verticaal.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naar voedsel is ook inelastisch: mensen moeten eten. Prijsstijging leidt tot kleine vraagdaling. Spiegel dit aan luxeproducten waar de vraag wél elastisch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inelastisch aanbod EN inelastische vraag leiden kleine oogstschommelingen tot grote prijsveranderingen. Dit is de kernredenering van deze paragraaf. Teken de grafiek op het bord: twee steile lijnen, verschuiving van A geeft grote P-verandering.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Samenvatting: marktvorm in drie stappen, en het effect van elasticiteit op prijsschommelingen. Dit is het sluitstuk van hoofdstuk 1 — alle begrippen komen hier samen.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Samenvattende paragraaf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Toepassen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1: Markten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Leerdoelen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marktvorm herkennen vanuit een contextbeschrijving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waarom landbouwaanbod binnen een seizoen inelastisch is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Beargumenteren waarom de vraag naar voedsel prijsinelastisch is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Grafisch laten zien hoe inelasticiteit leidt tot grote prijsschommelingen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Stappenplan: marktvorm bepalen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822960"/>
          </a:xfrm>
          <a:prstGeom prst="rect">
            <a:avLst>
              <a:gd name="adj" fmla="val 555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120140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201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9875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Hoeveel aanbieders telt de markt?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3533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/ weinig / veel / zeer veel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7863840" cy="822960"/>
          </a:xfrm>
          <a:prstGeom prst="rect">
            <a:avLst>
              <a:gd name="adj" fmla="val 555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052828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28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het product homogeen of heterogeen?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286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Consumentenperceptie is bepalend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7863840" cy="822960"/>
          </a:xfrm>
          <a:prstGeom prst="rect">
            <a:avLst>
              <a:gd name="adj" fmla="val 555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985516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855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hoog zijn de toetredingsdrempels?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218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 / beperkt / geblokkeerd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12464"/>
            <a:ext cx="7863840" cy="822960"/>
          </a:xfrm>
          <a:prstGeom prst="rect">
            <a:avLst>
              <a:gd name="adj" fmla="val 5556"/>
            </a:avLst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918204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182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78561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Combineer → bepaal de marktvorm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15137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het overzicht uit paragraaf 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Nieuw begrip: prijselasticiteit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sterk reageert de gevraagde of aangeboden hoeveelheid op een prijsverandering?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286000"/>
          </a:xfrm>
          <a:prstGeom prst="rect">
            <a:avLst>
              <a:gd name="adj" fmla="val 2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Elastisch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Sterke reactie op prijsverandering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Vlakke lijn in grafiek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286000"/>
          </a:xfrm>
          <a:prstGeom prst="rect">
            <a:avLst>
              <a:gd name="adj" fmla="val 2000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22860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Inelastisch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Zwakke reactie op prijsverandering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Steile lijn in grafiek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502920"/>
          </a:xfrm>
          <a:prstGeom prst="rect">
            <a:avLst>
              <a:gd name="adj" fmla="val 9091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886200"/>
            <a:ext cx="54864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landbouw zijn zowel vraag als aanbod sterk inelastisch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Landbouw: waarom is het aanbod inelastisch?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>
              <a:gd name="adj" fmla="val 312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909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Binnen een jaarcyclus ligt de productie vast. Een boer kan niet halverwege het seizoen overschakelen van bloemkool naar prei.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2011680"/>
          </a:xfrm>
          <a:prstGeom prst="rect">
            <a:avLst>
              <a:gd name="adj" fmla="val 227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54864" cy="201168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Gevolg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909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aangeboden hoeveelheid reageert nauwelijks op prijs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aanbodlijn is bijna verticaal (steil)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in het volgende seizoen kan de boer aanpassen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Landbouw: waarom is de vraag inelastisch?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>
              <a:gd name="adj" fmla="val 312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909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Voedsel is een eerste levensbehoefte. Je gaat niet dubbel zoveel eten als de prijs halveert, en niet stoppen met eten als de prijs stijgt.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2011680"/>
          </a:xfrm>
          <a:prstGeom prst="rect">
            <a:avLst>
              <a:gd name="adj" fmla="val 227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54864" cy="201168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Gevolg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909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gevraagde hoeveelheid reageert zwak op prijsverandering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vraaglijn is steil (bijna verticaal)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Prijsdaling wordt niet ‘opgevangen’ door meer vraag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van oogstschommelingen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ect">
            <a:avLst>
              <a:gd name="adj" fmla="val 131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9095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Goede oogst: aanbod schuift naar rechts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(V) reageert nauwelijks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lijnen steil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ΔQ, forse ΔP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02920"/>
          </a:xfrm>
          <a:prstGeom prst="rect">
            <a:avLst>
              <a:gd name="adj" fmla="val 9091"/>
            </a:avLst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Inelastisch + inelastisch = grote prijsschommelingen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 hoofdstuk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Marktbegrippen: concreet/abstract, homogeen/heterogeen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Vijf marktvormen en hun kenmerken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 herkennen vanuit context: stappenplan toepassen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Prijselasticiteit: elastisch vs inelastisch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Landbouw: aanbod én vraag zijn inelastisch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Gevolg: oogstschommelingen → forse prijsbewegingen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2026-03-23T10:07:26Z</dcterms:created>
  <dcterms:modified xsi:type="dcterms:W3CDTF">2026-03-23T10:07:26Z</dcterms:modified>
</cp:coreProperties>
</file>