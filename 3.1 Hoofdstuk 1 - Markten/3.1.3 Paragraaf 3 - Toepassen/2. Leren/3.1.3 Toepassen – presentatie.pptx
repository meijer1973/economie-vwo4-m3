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Toepassingsles hoofdstuk 1: marktvormen herkennen en prijselasticiteit in de landbouw. Dit is een samenvattende paragraaf die eerder behandelde stof combineert met nieuw materiaal.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Combinatie van 3.1.1 (marktstructuur) en 3.1.2 (marktvormen) plus nieuw begrip: prijselasticiteit. Focus op herkenning en toepassing.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Stappenplan marktvorm: 1) Hoeveel aanbieders? 2) Homogeen of heterogeen? 3) Toetredingsdrempels? 4) Combineer. Oefen dit met concrete casussen uit het dagelijks leven.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Prijselasticiteit: hoe sterk reageert de hoeveelheid op een prijsverandering? Elastisch = sterke reactie (vlakke lijn), inelastisch = zwakke reactie (steile lijn). Belangrijk nieuw begrip dat eerder nog niet aan bod kwam.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Landbouw: aanbod is inelastisch. Je kunt niet snel meer oogsten als de prijs stijgt. Productie hangt af van seizoen en weer. De aanbodcurve is daarom bijna verticaal.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Vraag naar voedsel is ook inelastisch: mensen moeten eten. Prijsstijging leidt tot kleine vraagdaling. Spiegel dit aan luxeproducten waar de vraag wél elastisch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Bij inelastisch aanbod EN inelastische vraag leiden kleine oogstschommelingen tot grote prijsveranderingen. Dit is de kernredenering van deze paragraaf. Teken de grafiek op het bord: twee steile lijnen, verschuiving van A geeft grote P-verandering.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Samenvatting: marktvorm in drie stappen, en het effect van elasticiteit op prijsschommelingen. Dit is het sluitstuk van hoofdstuk 1 — alle begrippen komen hier samen.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51D4A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276"/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Samenvattende paragraaf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Toepassen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926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Paragraaf 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709160"/>
            <a:ext cx="786384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Hoofdstuk 1: Markten  |  Economie VWO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moet je kunnen?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Leerdoelen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marktvorm herkennen vanuit een contextbeschrijving</a:t>
            </a:r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Uitleggen waarom landbouwaanbod binnen een seizoen inelastisch is</a:t>
            </a:r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Beargumenteren waarom de vraag naar voedsel prijsinelastisch is</a:t>
            </a:r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Grafisch laten zien hoe inelasticiteit leidt tot grote prijsschommelingen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Stappenplan: marktvorm bepalen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914400"/>
            <a:ext cx="7863840" cy="822960"/>
          </a:xfrm>
          <a:prstGeom prst="rect">
            <a:avLst>
              <a:gd name="adj" fmla="val 5556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22960" y="1120140"/>
            <a:ext cx="411480" cy="411480"/>
          </a:xfrm>
          <a:prstGeom prst="ellipse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11201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987552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Hoeveel aanbieders telt de markt?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17320" y="1353312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/ weinig / veel / zeer veel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847088"/>
            <a:ext cx="7863840" cy="822960"/>
          </a:xfrm>
          <a:prstGeom prst="rect">
            <a:avLst>
              <a:gd name="adj" fmla="val 5556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2052828"/>
            <a:ext cx="411480" cy="411480"/>
          </a:xfrm>
          <a:prstGeom prst="ellipse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20528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17320" y="19202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het product homogeen of heterogeen?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17320" y="228600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Consumentenperceptie is bepalend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2779776"/>
            <a:ext cx="7863840" cy="822960"/>
          </a:xfrm>
          <a:prstGeom prst="rect">
            <a:avLst>
              <a:gd name="adj" fmla="val 5556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22960" y="2985516"/>
            <a:ext cx="411480" cy="411480"/>
          </a:xfrm>
          <a:prstGeom prst="ellipse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2960" y="2985516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17320" y="285292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Hoe hoog zijn de toetredingsdrempels?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3218688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Vrij / beperkt / geblokkeerd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712464"/>
            <a:ext cx="7863840" cy="822960"/>
          </a:xfrm>
          <a:prstGeom prst="rect">
            <a:avLst>
              <a:gd name="adj" fmla="val 5556"/>
            </a:avLst>
          </a:prstGeom>
          <a:solidFill>
            <a:srgbClr val="1A5276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22960" y="3918204"/>
            <a:ext cx="411480" cy="41148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2960" y="3918204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17320" y="3785616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Combineer → bepaal de marktvorm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17320" y="4151376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BF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Gebruik het overzicht uit paragraaf 2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Nieuw begrip: prijselasticiteit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Hoe sterk reageert de gevraagde of aangeboden hoeveelheid op een prijsverandering?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2286000"/>
          </a:xfrm>
          <a:prstGeom prst="rect">
            <a:avLst>
              <a:gd name="adj" fmla="val 2000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371600"/>
            <a:ext cx="54864" cy="228600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50876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Elastisch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1920240"/>
            <a:ext cx="36118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Sterke reactie op prijsverandering</a:t>
            </a:r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Vlakke lijn in grafiek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371600"/>
            <a:ext cx="3931920" cy="2286000"/>
          </a:xfrm>
          <a:prstGeom prst="rect">
            <a:avLst>
              <a:gd name="adj" fmla="val 2000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754880" y="1371600"/>
            <a:ext cx="54864" cy="2286000"/>
          </a:xfrm>
          <a:prstGeom prst="rect">
            <a:avLst/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937760" y="150876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Inelastisch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937760" y="1920240"/>
            <a:ext cx="36118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Zwakke reactie op prijsverandering</a:t>
            </a:r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Steile lijn in grafiek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8229600" cy="502920"/>
          </a:xfrm>
          <a:prstGeom prst="rect">
            <a:avLst>
              <a:gd name="adj" fmla="val 9091"/>
            </a:avLst>
          </a:prstGeom>
          <a:solidFill>
            <a:srgbClr val="EBF5FB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" y="3886200"/>
            <a:ext cx="54864" cy="50292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 landbouw zijn zowel vraag als aanbod sterk inelastisch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Landbouw: waarom is het aanbod inelastisch?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463040"/>
          </a:xfrm>
          <a:prstGeom prst="rect">
            <a:avLst>
              <a:gd name="adj" fmla="val 3125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146304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143000"/>
            <a:ext cx="7909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Kernidee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79095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Binnen een jaarcyclus ligt de productie vast. Een boer kan niet halverwege het seizoen overschakelen van bloemkool naar prei.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697480"/>
            <a:ext cx="8229600" cy="2011680"/>
          </a:xfrm>
          <a:prstGeom prst="rect">
            <a:avLst>
              <a:gd name="adj" fmla="val 2273"/>
            </a:avLst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2697480"/>
            <a:ext cx="54864" cy="2011680"/>
          </a:xfrm>
          <a:prstGeom prst="rect">
            <a:avLst/>
          </a:prstGeom>
          <a:solidFill>
            <a:srgbClr val="15436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834640"/>
            <a:ext cx="7909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Gevolg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" y="3246120"/>
            <a:ext cx="79095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aangeboden hoeveelheid reageert nauwelijks op prijs</a:t>
            </a:r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aanbodlijn is bijna verticaal (steil)</a:t>
            </a:r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in het volgende seizoen kan de boer aanpassen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Landbouw: waarom is de vraag inelastisch?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463040"/>
          </a:xfrm>
          <a:prstGeom prst="rect">
            <a:avLst>
              <a:gd name="adj" fmla="val 3125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146304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143000"/>
            <a:ext cx="7909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Kernidee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79095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Voedsel is een eerste levensbehoefte. Je gaat niet dubbel zoveel eten als de prijs halveert, en niet stoppen met eten als de prijs stijgt.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697480"/>
            <a:ext cx="8229600" cy="2011680"/>
          </a:xfrm>
          <a:prstGeom prst="rect">
            <a:avLst>
              <a:gd name="adj" fmla="val 2273"/>
            </a:avLst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2697480"/>
            <a:ext cx="54864" cy="2011680"/>
          </a:xfrm>
          <a:prstGeom prst="rect">
            <a:avLst/>
          </a:prstGeom>
          <a:solidFill>
            <a:srgbClr val="15436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834640"/>
            <a:ext cx="7909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Gevolg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" y="3246120"/>
            <a:ext cx="79095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gevraagde hoeveelheid reageert zwak op prijsverandering</a:t>
            </a:r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vraaglijn is steil (bijna verticaal)</a:t>
            </a:r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Prijsdaling wordt niet ‘opgevangen’ door meer vraag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 van oogstschommelingen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3474720"/>
          </a:xfrm>
          <a:prstGeom prst="rect">
            <a:avLst>
              <a:gd name="adj" fmla="val 1316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914400"/>
            <a:ext cx="54864" cy="347472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051560"/>
            <a:ext cx="79095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Redenering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790956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Goede oogst: aanbod schuift naar rechts</a:t>
            </a:r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Vraag (V) reageert nauwelijks</a:t>
            </a:r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Beide lijnen steil</a:t>
            </a:r>
            <a:pPr algn="l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Kleine ΔQ, forse ΔP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931920"/>
            <a:ext cx="8229600" cy="502920"/>
          </a:xfrm>
          <a:prstGeom prst="rect">
            <a:avLst>
              <a:gd name="adj" fmla="val 9091"/>
            </a:avLst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393192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Inelastisch + inelastisch = grote prijsschommelingen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 hoofdstuk 1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Beheers je dit voordat je gaat oefenen?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Marktbegrippen: concreet/abstract, homogeen/heterogeen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Vijf marktvormen en hun kenmerken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Marktvorm herkennen vanuit context: stappenplan toepassen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Prijselasticiteit: elastisch vs inelastisch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Landbouw: aanbod én vraag zijn inelastisch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Gevolg: oogstschommelingen → forse prijsbewegingen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2026-03-23T10:07:26Z</dcterms:created>
  <dcterms:modified xsi:type="dcterms:W3CDTF">2026-03-23T10:07:26Z</dcterms:modified>
</cp:coreProperties>
</file>