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de les over monopolistische concurrentie. Dit is een marktvorm die kenmerken heeft van zowel volkomen concurrentie als monopolie. Denk aan markten als restaurants, kappers en kledingwinkels.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de leerdoelen door. Leerlingen moeten aan het eind van de les al deze punten beheersen. Benadruk dat MO = MK-berekening terugkomt van het monopolie-hoofdstuk.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kenmerken: heterogeen product, veel aanbieders, lage toetredingsdrempels. Vergelijk met volkomen concurrentie (homogeen) en monopolie (uniek). Het heterogene product geeft elke aanbieder een beperkte prijszettingsmacht.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Heterogeen product = dalende vraaglijn. Elke aanbieder is een kleine monopolist op zijn eigen product. Bij toetreding worden de klanten verdeeld over meer aanbieders, dus de individuele vraaglijn schuift naar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Korte termijn: de aanbieder maximaliseert winst door MO = MK. Q* aflezen, prijs op vraaglijn bij Q*. Als p* &gt; GTK, dan is er winst. De volgende dia toont dit in een grafiek.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Grafiek korte termijn. V = individuele vraaglijn (dalend). MO = marginale opbrengst (dubbele helling). MK = marginale kosten (stijgend). GTK = U-vormig. Q* bij MO=MK. Prijs aflezen op V bij Q*. Winstrechthoek: (p* - GTK) x Q*. Gearceerd vlak is de winst.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Vijf stappen om winst te bepalen. Benadruk dat deze methode identiek is aan monopolie. Het verschil zit in de vorm van de vraaglijn (individueel, niet de marktvraag).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Lange termijn mechanisme: winst trekt toetreders aan, waardoor de individuele vraaglijn naar links schuift tot winst = 0. Omgekeerd: bij verlies treden aanbieders uit, vraaglijn schuift rechts. Evenwicht: break-even.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Grafiek lange termijn. De vraaglijn raakt nu de GTK-curve (tangent). p = GTK, dus winst = 0. MO = MK geeft nog steeds Q*. Let op: prijs is HOGER dan bij volkomen concurrentie, en Q* ligt LINKS van GTK-minimum (overcapaciteit).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Vergelijking: bij volkomen concurrentie produceren bedrijven bij GTK-minimum (efficiënt). Bij MC produceren ze links van GTK-minimum: hogere prijs, lagere productie. De overcapaciteit is de prijs die we betalen voor productdifferentiatie en keuzevrijheid.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Marktaandeel berekenen: eigen afzet delen door totale marktafzet, maal 100%. Het voorbeeld laat zien dat eetcafés 21,2% van de totale horecamarkt in Limburg hebben. Dit is een typisch rekenvoorbeeld voor het proefwerk.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veelgemaakte fouten. 1) MC is geen monopolie - er is juist veel concurrentie. 2) Op lange termijn verdwijnt winst, niet concurrentie. 3) Overcapaciteit klinkt negatief maar brengt productdifferentiatie en keuzevrijheid.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Samenvattingsdia. Loop de punten door en check of leerlingen alles begrijpen. Benadruk het verschil korte/lange termijn en de vergelijking met volkomen concurrentie.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Monopolistische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concurrentie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2: Marktvormen en hun marktevenwicht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Kenmerken van monopolistische concurrentie herkennen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van toetreding op de vraaglijn uitleggen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bepalen via MO = MK en vergelijken met GTK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 tussen korte en lange termijn uitleggen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 vergelijken met volkomen concurrentie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Marktaandeel berekenen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Kenmerken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7863840" cy="109728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005840"/>
            <a:ext cx="54864" cy="10972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188720"/>
            <a:ext cx="502920" cy="50292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0972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Heterogeen product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50876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Producten lijken op elkaar maar zijn net anders (merk, locatie, stijl)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7863840" cy="109728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240280"/>
            <a:ext cx="54864" cy="10972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23317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aanbieders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274320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kan de markt alleen bepalen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7863840" cy="109728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474720"/>
            <a:ext cx="54864" cy="10972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3657600"/>
            <a:ext cx="502920" cy="50292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0" y="35661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toetredingsdrempels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3977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Nieuwe aanbieders kunnen relatief makkelijk toetreden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Heterogeen = eigen vraaglijn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10896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10896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product is uniek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3566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aanbieder heeft een eigen, dalende vraaglijn
</a:t>
            </a:r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Beperkte prijszettingsmacht
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Voorbeelden: restaurants, kappers, kledingwinkels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10896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10896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143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toetreding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83480" y="1600200"/>
            <a:ext cx="3566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Marktvraag verschuift rechts
</a:t>
            </a:r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(meer keuze trekt meer vragers)
</a:t>
            </a:r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Residuele vraag verschuift links
</a:t>
            </a:r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(minder klanten per aanbieder)
</a:t>
            </a:r>
            <a:pPr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winst wordt kleiner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 termijn: winst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4572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korte termijn kan een monopolistisch concurrent winst maken, vergelijkbaar met een monopolist.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54480"/>
            <a:ext cx="54864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00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= MK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16002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geeft de optimale hoeveelheid Q*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64008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377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Prijs aflezen op vraaglijn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Q* lees je p* af op de vraaglijn (V)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54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Winst als p* &gt; GTK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74720" y="31546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(p* − GTK) × Q*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931920"/>
            <a:ext cx="54864" cy="5486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Winst = (p* − GTK) × Q*    |    Als p* &lt; GTK → Verlies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 termijn: winstgrafiek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2296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Winstbepaling: stap voor stap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66928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54480" y="109728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 MO = MK op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1773936"/>
            <a:ext cx="6400800" cy="566928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1773936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Los Q* op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71600" y="2450592"/>
            <a:ext cx="6400800" cy="566928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24505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Lees p* af op de vraaglijn (V) bij Q*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3127248"/>
            <a:ext cx="6400800" cy="566928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54480" y="31272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Lees GTK af bij Q*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371600" y="3803904"/>
            <a:ext cx="6400800" cy="566928"/>
          </a:xfrm>
          <a:prstGeom prst="rect">
            <a:avLst/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54480" y="3803904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Winst = (p* − GTK) × Q*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winst verdwijnt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66928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54480" y="109728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op korte termijn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1773936"/>
            <a:ext cx="6400800" cy="566928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1773936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Toetreding nieuwe aanbieders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71600" y="2450592"/>
            <a:ext cx="6400800" cy="566928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24505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Vraaglijn schuift naar links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3127248"/>
            <a:ext cx="6400800" cy="566928"/>
          </a:xfrm>
          <a:prstGeom prst="rect">
            <a:avLst/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54480" y="31272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Winst = 0 (vraaglijn raakt GTK)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931920"/>
            <a:ext cx="54864" cy="5486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Omgekeerd: bij verlies treden aanbieders uit → vraaglijn schuift rechts → verlies verdwijnt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break-even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2296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 vs. volkomen concurrentie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Horizontale vraaglijn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 bij GTK-minimum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Laagste prijs voor consument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overcapaciteit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143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Monopolistische concurrentie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83480" y="160020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Dalende vraaglijn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 links van GTK-minimum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prijs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Overcapaciteit (= inefficiëntie)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 markten: op lange termijn geen winst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Marktaandeel berekenen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7863840" cy="54864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05840"/>
            <a:ext cx="54864" cy="5486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05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Marktaandeel = (eigen afzet / totale marktafzet) × 100%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7863840" cy="2286000"/>
          </a:xfrm>
          <a:prstGeom prst="rect">
            <a:avLst/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20240"/>
            <a:ext cx="54864" cy="22860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0116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468880"/>
            <a:ext cx="7406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2009 zijn er 573 eetcafés in Limburg.
</a:t>
            </a:r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komen 276 eetcafés bij → 573 + 276 = 849
</a:t>
            </a:r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Totaal horecazaken: 4.000
</a:t>
            </a:r>
            <a:pPr indent="0" marL="0">
              <a:buNone/>
            </a:pPr>
            <a:r>
              <a:rPr lang="en-US" sz="1600" b="1" dirty="0">
                <a:solidFill>
                  <a:srgbClr val="1543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Marktaandeel = (849 / 4.000) × 100% = 21,2%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7863840" cy="1005840"/>
          </a:xfrm>
          <a:prstGeom prst="rect">
            <a:avLst/>
          </a:prstGeom>
          <a:solidFill>
            <a:srgbClr val="FDE8E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0584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0789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"MC = monopolie"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bij MC is er juist veel concurrentie. De ‘monopolistische’ verwijst naar de dalende vraaglijn, niet naar marktmacht.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7863840" cy="1005840"/>
          </a:xfrm>
          <a:prstGeom prst="rect">
            <a:avLst/>
          </a:prstGeom>
          <a:solidFill>
            <a:srgbClr val="FDE8E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14884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2219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"Op lange termijn verdwijnt alle concurrentie"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5603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er verdwijnt winst, niet concurrentie. Er zijn nog steeds veel aanbieders.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7863840" cy="1005840"/>
          </a:xfrm>
          <a:prstGeom prst="rect">
            <a:avLst/>
          </a:prstGeom>
          <a:solidFill>
            <a:srgbClr val="FDE8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9184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3649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"Overcapaciteit = slecht voor iedereen"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37033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Nuance: overcapaciteit is inefficiënt, maar consumenten profiteren van meer keuzevrijheid (variatie in producten).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Heterogeen product, veel aanbieders, lage drempels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aanbieder heeft een dalende vraaglijn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 termijn: winst mogelijk (MO = MK, p* &gt; GTK)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toetreding → vraaglijn schuift links → winst = 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Break-even: vraaglijn raakt GTK (tangent)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Vergelijking VC: MC heeft hogere prijs en overcapaciteit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Marktaandeel = (eigen afzet / totale marktafzet) × 100%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3.2.5 Monopolistische concurrentie</dc:title>
  <dc:subject>PptxGenJS Presentation</dc:subject>
  <dc:creator>Economie VWO</dc:creator>
  <cp:lastModifiedBy>Economie VWO</cp:lastModifiedBy>
  <cp:revision>1</cp:revision>
  <dcterms:created xsi:type="dcterms:W3CDTF">2026-04-08T11:40:39Z</dcterms:created>
  <dcterms:modified xsi:type="dcterms:W3CDTF">2026-04-08T11:40:39Z</dcterms:modified>
</cp:coreProperties>
</file>